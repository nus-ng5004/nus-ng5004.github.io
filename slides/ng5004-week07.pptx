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1613-ED53-388D-83DC-575021F0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734CC-9365-2849-26B2-ED3FE2BCB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A06B-EFD3-9FF5-860A-246C9EA7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2ACA1-7DE7-DCA2-34CB-1299B358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2395-05E3-003F-8016-1C5C0EEA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6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5AE0-BBA9-61EC-9EE6-50AF96A4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51BA-0182-F82B-8553-0E751099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AE37-15DA-03FB-F1EB-BAA667D9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B4CF1-DA13-A254-4774-E94EA544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BBE0-3E29-6469-DE71-884B6B39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3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0503-E878-2A9C-91E0-9BDB7FED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0932D-E753-27B8-D8EA-73D4AF02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1DDB2-4EA6-DA1D-61B5-BA87576E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2C116-0E8A-AFD3-8DB9-2C7CD535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39DA0-D96A-2E01-475B-2C50A3E6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6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6A33-33B4-BFF8-1037-12486BC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5FDA-C09A-B60E-FCAB-B3B4E0C99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414AE-BC18-965F-F3C2-50D78C23E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5545-4A89-2579-4DF8-75596F2E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7DE9A-3EC6-A04F-7C93-BE283560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0E64C-DD8D-D42F-D50D-3F0FD40E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8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DB20-F873-F62A-404A-9A3987D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1F9D8-EFF8-1769-7A9E-B218D04A2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9C31A-78A2-63F5-B942-5784E9667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EC4D5-6189-FA4A-0B7C-3C93E3C40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790BB-7CD5-C9E3-422B-9E98A91F9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5C11D-96A0-93C7-1659-95E2896A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5DA3C-0AAF-B692-0273-666EBE37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272CF-CBBD-A08B-77CC-11E42118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0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3A8C-9509-6BBA-3979-9F57EFF3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0D169-1609-5996-2ACD-C4B5B3BE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2E08F-964D-43B0-3AC2-EF1F008A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B2EC7-471E-CD47-7D50-4CF8D069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29A76-6A30-DDE4-0221-59442430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7EFA2-4088-035E-25BB-C7F5F701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1EC70-111F-C698-09B1-27639346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096D-43BB-3F57-9F5B-A2E0A0E1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4D5F-000E-0A22-0474-59EBB4D54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B62EF-E6E0-559F-28D8-84BAC022E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9DA19-9437-872D-D54A-5FAA63C1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3E00B-BE29-EA4B-0399-2E812F0A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9E04E-D08E-B24A-99CF-6437510E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3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921E-9738-1B8B-9D71-0F01729A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C90A2-EE3A-75FF-12C0-024E257714A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1F3EB-61C4-88E1-4C11-ADB6113E6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B1CE-3182-B2CE-44B2-427FF372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1F689-80D7-E029-8CEC-77320478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6E8F7-D585-4838-DD98-50CDDD29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1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87A4-4718-294B-3348-8B10C955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13CB0-E5B3-149F-8B1A-823D5446D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A281D-5E52-E44A-EE2D-F16618D5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1D512-E08C-FB4C-8AC9-D50444C7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706EE-3254-2C25-7D29-F869BCE6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8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3A540-F5D9-6A08-0B09-72459759B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8050F-FC3B-4CF4-8273-51E21CB5C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F6C4-E9A4-C296-FFD2-061C2263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6C6C8-0683-CFA3-08DD-D1AE6DDC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34A0-19A2-5A33-19FF-80A77062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5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1F340-E4B6-C02E-F3F3-A88CF235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FF48B-C9C6-3EA8-6C61-5D48F201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FF73-DADE-45E2-2EDC-D74E04F4E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24084-E717-F349-A69F-CBC84B58E49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9FFE-1A22-FA41-676D-72DCF2C74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9A61D-A233-B7B1-677D-6993C010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D091D-C711-594C-91B0-520004B4F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0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.yuntong@u.nus.edu" TargetMode="External"/><Relationship Id="rId2" Type="http://schemas.openxmlformats.org/officeDocument/2006/relationships/hyperlink" Target="mailto:abhik@nus.edu.s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2106-84E6-279C-4118-DE4AEF129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Creating your Pitch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33CF5-AFF4-97C9-88B2-0737278F0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Abhik Roychoudhury &amp; </a:t>
            </a:r>
            <a:r>
              <a:rPr lang="en-US" dirty="0" err="1"/>
              <a:t>Yuntong</a:t>
            </a:r>
            <a:r>
              <a:rPr lang="en-US" dirty="0"/>
              <a:t> Zhang</a:t>
            </a:r>
          </a:p>
          <a:p>
            <a:r>
              <a:rPr lang="en-US" dirty="0"/>
              <a:t>National University of Singapore</a:t>
            </a:r>
          </a:p>
          <a:p>
            <a:r>
              <a:rPr lang="en-US" dirty="0">
                <a:hlinkClick r:id="rId2"/>
              </a:rPr>
              <a:t>abhik@nus.edu.sg</a:t>
            </a:r>
            <a:endParaRPr lang="en-US" dirty="0"/>
          </a:p>
          <a:p>
            <a:r>
              <a:rPr lang="en-US" dirty="0">
                <a:hlinkClick r:id="rId3"/>
              </a:rPr>
              <a:t>zhang.yuntong@u.nus.edu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92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B68A-57B3-5717-FEAD-CE858BFD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D6CAF-FE67-3366-3047-C04182697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important trend</a:t>
            </a:r>
          </a:p>
          <a:p>
            <a:pPr lvl="1"/>
            <a:r>
              <a:rPr lang="en-US" dirty="0"/>
              <a:t>e.g. agents </a:t>
            </a:r>
          </a:p>
          <a:p>
            <a:r>
              <a:rPr lang="en-US" dirty="0"/>
              <a:t>Problem area </a:t>
            </a:r>
          </a:p>
          <a:p>
            <a:pPr lvl="1"/>
            <a:r>
              <a:rPr lang="en-US" dirty="0"/>
              <a:t>e.g. coding due to agents</a:t>
            </a:r>
          </a:p>
          <a:p>
            <a:r>
              <a:rPr lang="en-US" dirty="0"/>
              <a:t>Your solution and value proposition</a:t>
            </a:r>
          </a:p>
          <a:p>
            <a:pPr lvl="1"/>
            <a:r>
              <a:rPr lang="en-US" dirty="0"/>
              <a:t>A new agent for pushing changes to production quality code</a:t>
            </a:r>
          </a:p>
          <a:p>
            <a:r>
              <a:rPr lang="en-US" dirty="0"/>
              <a:t>Competitor analysis and results </a:t>
            </a:r>
          </a:p>
          <a:p>
            <a:pPr lvl="1"/>
            <a:r>
              <a:rPr lang="en-US" dirty="0"/>
              <a:t>Results from publicly available SWE bench leaderboard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00D2-386F-CBDB-432F-266C39F7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cover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2AA41-0BF3-F990-1D16-B94889016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output </a:t>
            </a:r>
          </a:p>
          <a:p>
            <a:pPr lvl="1"/>
            <a:r>
              <a:rPr lang="en-US" dirty="0"/>
              <a:t>Reports, screenshots </a:t>
            </a:r>
          </a:p>
          <a:p>
            <a:pPr lvl="1"/>
            <a:r>
              <a:rPr lang="en-US" dirty="0"/>
              <a:t>Careful about what details you share </a:t>
            </a:r>
          </a:p>
          <a:p>
            <a:pPr lvl="1"/>
            <a:endParaRPr lang="en-US" dirty="0"/>
          </a:p>
          <a:p>
            <a:r>
              <a:rPr lang="en-US" dirty="0"/>
              <a:t>Go to Market Motions </a:t>
            </a:r>
          </a:p>
          <a:p>
            <a:pPr lvl="1"/>
            <a:r>
              <a:rPr lang="en-US" dirty="0"/>
              <a:t>Evidence of interest – LOI</a:t>
            </a:r>
          </a:p>
          <a:p>
            <a:pPr lvl="1"/>
            <a:r>
              <a:rPr lang="en-US" dirty="0"/>
              <a:t>Hard evidence – </a:t>
            </a:r>
            <a:r>
              <a:rPr lang="en-US" dirty="0" err="1"/>
              <a:t>PoCs</a:t>
            </a:r>
            <a:r>
              <a:rPr lang="en-US" dirty="0"/>
              <a:t> paid / unpaid </a:t>
            </a:r>
          </a:p>
          <a:p>
            <a:pPr lvl="1"/>
            <a:r>
              <a:rPr lang="en-US" dirty="0"/>
              <a:t>Sales motions, if any </a:t>
            </a:r>
          </a:p>
        </p:txBody>
      </p:sp>
    </p:spTree>
    <p:extLst>
      <p:ext uri="{BB962C8B-B14F-4D97-AF65-F5344CB8AC3E}">
        <p14:creationId xmlns:p14="http://schemas.microsoft.com/office/powerpoint/2010/main" val="263598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5D11-77FE-5A3F-4E18-88920634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5D09-14A5-13BD-2928-73AB0C053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projections </a:t>
            </a:r>
          </a:p>
          <a:p>
            <a:pPr lvl="1"/>
            <a:r>
              <a:rPr lang="en-US" dirty="0"/>
              <a:t>TAM Total addressable market</a:t>
            </a:r>
          </a:p>
          <a:p>
            <a:pPr lvl="1"/>
            <a:r>
              <a:rPr lang="en-US" dirty="0"/>
              <a:t>SAM Serviceable addressable market</a:t>
            </a:r>
          </a:p>
          <a:p>
            <a:pPr lvl="1"/>
            <a:r>
              <a:rPr lang="en-US" dirty="0"/>
              <a:t>SOM Serviceable obtainable market</a:t>
            </a:r>
          </a:p>
          <a:p>
            <a:pPr lvl="1"/>
            <a:endParaRPr lang="en-US" dirty="0"/>
          </a:p>
          <a:p>
            <a:r>
              <a:rPr lang="en-US" dirty="0"/>
              <a:t>Market positioning in 2-3 years </a:t>
            </a:r>
          </a:p>
          <a:p>
            <a:pPr lvl="1"/>
            <a:r>
              <a:rPr lang="en-US" dirty="0"/>
              <a:t>Where the area is going you think </a:t>
            </a:r>
          </a:p>
          <a:p>
            <a:pPr lvl="1"/>
            <a:endParaRPr lang="en-US" dirty="0"/>
          </a:p>
          <a:p>
            <a:r>
              <a:rPr lang="en-US" dirty="0"/>
              <a:t>Vision for the spinoff </a:t>
            </a:r>
          </a:p>
          <a:p>
            <a:pPr lvl="1"/>
            <a:r>
              <a:rPr lang="en-US" dirty="0"/>
              <a:t>Opening a new frontier in software – intent oriented software engineering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155</Words>
  <Application>Microsoft Macintosh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Creating your Pitch Deck</vt:lpstr>
      <vt:lpstr>Points to cover</vt:lpstr>
      <vt:lpstr>Points to cover </vt:lpstr>
      <vt:lpstr>Points to cover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abhik@comp.nus.edu.sg</dc:creator>
  <cp:lastModifiedBy>Yuntong Zhang</cp:lastModifiedBy>
  <cp:revision>4</cp:revision>
  <dcterms:created xsi:type="dcterms:W3CDTF">2026-09-28T02:35:37Z</dcterms:created>
  <dcterms:modified xsi:type="dcterms:W3CDTF">2026-09-29T07:32:05Z</dcterms:modified>
</cp:coreProperties>
</file>